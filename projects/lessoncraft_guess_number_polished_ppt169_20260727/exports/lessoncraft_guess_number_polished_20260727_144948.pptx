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先用最终作品建立期待，不展开知识定义。请学生说说今天这个程序需要解决什么问题。接下来先体验一次只允许猜一次的版本。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先描述第一次猜错后游戏结束的体验冲突，让学生提出“重复”的需求。运行一次只能猜一次的版本，并追问程序怎样回到输入的位置。接下来把学生的想法整理成课程挑战。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把学习目标说明成允许重复输入、给出大小提示、猜中后停止并祝贺这三个作品标准。请学生思考完成后要用哪三种输入测试游戏。接下来找出我们已经会用的工具。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快速激活变量、input 和 if，不重新讲授旧知识。请学生判断哪一个工具只能判断一次，并指出当前仍缺少重复判断。接下来认识负责“重复”的新工具。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while 循环在条件为 True 时重复执行一组代码，并在每轮开始前重新判断条件。请学生思考条件变成 False 后程序会去哪里。不要把 while 解释成固定重复次数，接下来用流程连接判断和重复。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沿着判断条件、执行缩进代码、回到条件再次判断的顺序指读一遍。用手指沿流程走一圈，并请学生预测条件连续三次为 True 时循环体会执行几次。接下来把流程变成全班可参与的循环。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先宣布人体循环规则，再开始动作。请两名学生分别扮演条件与循环体，并在结束后追问为什么这一轮停下。接下来把刚才的动作规则写成最小代码。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逐行观察 CODE-01，重点看 guess 每轮更新，以及 guess 等于 answer 后条件如何变为 False。请学生指出哪一行让条件有机会变成 False，并提醒 input 必须位于循环体内。接下来先不运行，预测不同输入会走几轮。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先收集学生对输入三和七时循环执行次数的预测，再运行同一份 Blueprint 代码验证。不要直接公布答案，让学生用 True 和 False 的变化解释结果。接下来在最小循环中加入大小提示。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先明确成功标准，再让学生补全半成品。请学生判断大小判断应该放在 while 的里面还是外面，并只演示缩进位置，不提供新的代码版本。接下来在动手前诊断常见错误。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让学生先说出检查条件、缩进和变量更新的诊断顺序，不直接替学生修改代码。演示手动终止后再定位错误，避免让无法安全终止的死循环运行太久。接下来带着调试清单完成完整项目。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输入和大小判断都位于循环体内，所以每次猜测后都会得到反馈并继续判断。运行 CODE-02 的偏小、偏大和正确三类测试输入，请学生说明完整代码怎样满足三个作品标准。保持 Blueprint 原始代码，不现场改写另一个版本。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学生独立完成作品时，用完成标准巡视，不逐行替学生写代码。请同伴输入偏小、偏大和正确三类测试数据，并让学生用测试证据说明游戏能正确停止。接下来用测试证据回到本课核心结论。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先让学生复述，再显示标准术语。请学生用一句话说明 while 循环何时继续、何时停止，不要把总结变成重新讲一遍整节课。最后选择一个挑战继续升级作品。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只说明增加猜测次数统计的任务和验收标准，不在课堂末尾给出完整答案。请学生说说准备先修改哪一部分。课程结束后保存作品与测试记录。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020300" y="38100"/>
            <a:ext cx="2057400" cy="205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733550" y="1965960"/>
            <a:ext cx="8944127" cy="2418969"/>
            <a:chOff x="1733550" y="1965960"/>
            <a:chExt cx="8944127" cy="241896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65960"/>
              <a:ext cx="57911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3550" y="2689860"/>
              <a:ext cx="541085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while 让游戏继续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52600" y="3524250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35836" y="373951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8" name="Rectangle 18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2" name="Rectangle 22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33950" cy="1066800"/>
            <a:chOff x="876300" y="4286250"/>
            <a:chExt cx="4933950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0" name="Rectangle 20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82200" y="4552950"/>
            <a:ext cx="2133600" cy="213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2076450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760220"/>
              <a:ext cx="2260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4508" y="22174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执行并再次判断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8" name="Rectangle 18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4508" y="3303270"/>
              <a:ext cx="23573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4508" y="3760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离开循环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3" name="Freeform 23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24850" y="1257300"/>
            <a:ext cx="3412836" cy="3028950"/>
            <a:chOff x="8324850" y="1257300"/>
            <a:chExt cx="3412836" cy="3028950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5920" y="15668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920" y="1966912"/>
              <a:ext cx="24717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5920" y="270986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 guess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5920" y="37004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58593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0130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0" y="1123950"/>
            <a:ext cx="3162300" cy="3200400"/>
            <a:chOff x="8572500" y="1123950"/>
            <a:chExt cx="3162300" cy="3200400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80220" y="162401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80220" y="24812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 给出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0220" y="28622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80220" y="34528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0220" y="383381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并祝贺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10800" y="487680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2026-07-27T06:49:49Z</dcterms:created>
  <dcterms:modified xsi:type="dcterms:W3CDTF">2026-07-27T06:49:49Z</dcterms:modified>
  <cp:category/>
  <cp:contentStatus/>
</cp:coreProperties>
</file>